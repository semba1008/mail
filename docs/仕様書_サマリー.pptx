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仕様書(サマリー版)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9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 ／ 基本設計 ／ 詳細設計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第2版　2026年7月9日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Outlook → Power Automate → Supabase → GitHub / Vercel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7616952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版数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第1版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2026-07-09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新規作成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2026-07-09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目的・背景・スコープ／非機能要件の定量化／異常系一覧／セキュリティ運用／データ保持・削除ポリシー／監査ログ／用語集を追加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 〜 背景・目的・対象範囲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案件配信メールは共有メールボックスに日々多数届くが、従来は本文を都度目視で確認する必要があり、検索性・一覧性・応募状況の管理が属人化しやすいという課題があった。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案件情報(勤務地/スキル/単価/募集人数/期間等)を自動的に構造化データとして蓄積する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キーワード・地域・スキル等で案件を素早く検索・絞込できるようにする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応募状況を管理し、傾向をグラフで可視化・分析できるようにする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対象範囲(スコープ)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メール取込(Power Automate)、検索・閲覧・応募管理、統計グラフ・書き出し、認証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対象外: 一般利用者向け画面、admins管理画面、外部API連携、モバイルアプリ、テスト計画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背景・目的は実装内容から整理したもの。事業上の正式な目的・優先度は関係者間で別途確認・合意すること。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要件定義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4533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システム構成図 / 業務フロー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機能一覧・機能概要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非機能概要・異常系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画面・帳票イメージ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データストア一覧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67784" y="137160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基本設計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7784" y="1920240"/>
            <a:ext cx="34533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ドメイン定義・区分定義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テーブル項目定義・ER図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ファイル定義・機能設計書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画面遷移・権限・IF定義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セキュリティ運用・データポリシー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監査ログ・用語集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95488" y="137160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詳細設計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95488" y="1920240"/>
            <a:ext cx="34533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モジュール構成図(クラス図代替)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シーケンス図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89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7440" y="3566160"/>
            <a:ext cx="9079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システム構成／業務フロー／機能一覧・概要／非機能／画面・帳票／データストア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images/syste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280160"/>
            <a:ext cx="10607040" cy="21214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630168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Outlook(共有メールボックス sales_ses@ge-creative.co.jp)で案件配信メールを受信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Automateが本文テキスト化・Groq API(AI)抽出・Supabase登録までを自動化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Next.js(GitHub管理)をVercelにデプロイし、管理者がブラウザから利用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業務フロー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images/business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0319" y="1234440"/>
            <a:ext cx="242831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機能一覧(レベル1〜5)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システム全体を5階層(システム／サブシステム／業務単位／機能グループ／画面・帳票)で整理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5971032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サブシステム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業務単位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機能グループ単位(主な機能)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メール取込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サブシステム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案件情報取込業務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メール監視／本文テキスト化／AI抽出／Supabase登録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Web管理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サブシステム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認証管理業務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ログイン／ログアウト／初回設定／パスワードリセット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Web管理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サブシステム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案件検索閲覧業務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検索・絞込／ページネーション／詳細表示／添付DL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Web管理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サブシステム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応募管理業務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お気に入り／応募済み／閲覧履歴／削除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Web管理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サブシステム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統計分析業務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円・棒グラフ集計／地域年月絞込／PDF・Excel・CSV書出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機能概要 ① 案件情報取込機能(案件メール自動解析・DB連携フロー)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images/func_mail_in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888606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20440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共有メールボックス(sales_ses@ge-creative.co.jp)を1分間隔でポーリングし、本文をテキスト変換後、Groq API(qwen/qwen3-32b)でJSON抽出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抽出項目: location/price/skills/period/isClosed/end_date/is_human_resource/category。失敗時はScope Recoveryで1回再試行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抽出後はまずprojectsへ仮登録。is_human_resource=trueならcandidatesへ登録しprojectsは削除、falseならisClosed/通常案件で分岐しPATCH(失敗時はDELETE)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機能概要 ② 認証機能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images/func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10986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90321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パスワードはPBKDF2(10万回・SHA-512)でハッシュ化し平文を保持しない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認証後はUUIDトークンを発行しsessionsテーブルへ保存、HttpOnly Cookieで返却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パスワード未設定アカウントは初回ログインとして設定画面へ誘導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機能概要 ③ 案件検索閲覧機能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images/func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3459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37629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APIから1,000件単位でページングし全件取得後、検索・絞込はクライアント側で実施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登録から365日経過した案件は自動非表示、終了30日前は「まもなく終了」表示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機能概要 ④ 統計分析・書き出し機能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images/func_stats_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7372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8870"/>
            <a:ext cx="1090879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案件のcategory文字列を正規表現判定し「開発/インフラ/組み込み/その他」に分類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地域・年・月の絞込でグラフとテーブルを再集計(地域切替時は年を自動フォールバック)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PDF/Excelはグラフ画像+集計値、CSVのみprojectsの案件明細(生データ)を出力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File System Access API対応ブラウザは保存先選択、非対応は自動ダウンロード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1.4.1.1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添付ファイル取込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images/func_attachment_in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371600"/>
            <a:ext cx="10515600" cy="6011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8469"/>
            <a:ext cx="1090879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添付ファイルを取得し、GUID+拡張子でファイル名を生成した上でSupabase StorageへHTTP PUT(バイナリ)でアップロード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該当案件をprojectsからGETで検索した上で、attachmentsテーブルへPOST(attachments_id=メールのメッセージID。projects.projects_idと同一値)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アップロード・登録が失敗した場合のリカバリ(再試行等)は現状実装されておらず、失敗した添付ファイルは取り込まれない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非機能概要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08792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871423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分類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可用性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Vercel・Supabaseともにマネージドサービス。自前サーバー運用なし。SLA目標値は未設定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性能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1ページ24件表示。APIは1,000件単位で全件取得しクライアント側でフィルタ(実測件数 約9,000件強・2026年7月時点)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セキュリティ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PBKDF2(10万回)によるハッシュ化。セッションはHttpOnly Cookie+DBテーブル管理(詳細は2.12)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対応ブラウザ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書き出し時の保存先選択(File System Access API)はChromium系のみ対応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運用・保守性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GitHub管理、mainマージでVercelが自動デプロイ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074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スケーラビリティに関する留意事項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3949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全件クライアント取得方式のため、件数増加に比例して読込時間・メモリ使用量が増加する。目安として数万件規模で体感速度に支障が出た場合はサーバーサイド検索方式への移行を検討する。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異常系・エラーハンドリング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08792" cy="429768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53912"/>
              </a:tblGrid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想定される異常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現状の挙動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案件データ取得/削除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Supabase応答エラー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コンソール出力のみ。画面上にエラー表示なし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駅名サジェスト(HeartRails)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外部API障害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候補0件として継続(エラー表示なし)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添付ファイルDL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URL不正・取得失敗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アラート表示の上、新規タブでURLを開く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パスワード不一致等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画面にエラーメッセージを表示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PDF/Excel書き出し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生成失敗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アラート表示の上、処理を中断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Groq API呼び出し(AI抽出)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抽出失敗・タイムアウト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Scope Recoveryで1回再試行。再失敗時は仮登録projectsを削除し打切り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projectsのPATCH失敗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Supabase応答エラー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分岐ごとに仮登録projectsを削除(再処理されない)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添付ファイルのアップロード/登録失敗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Storage/API応答エラー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リカバリ(再試行等)は現状無し。失敗した添付ファイルは取り込まれない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Power Automate関連の異常系はいずれも能動的な通知(メール/Teams等)が無く、確認できるのはPower Automate自体の実行履歴(デリバ/実行結果画面)のみ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 ① ログイン／案件一覧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pic>
        <p:nvPicPr>
          <p:cNvPr id="7" name="Image 0" descr="images/screen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291840" cy="2194560"/>
          </a:xfrm>
          <a:prstGeom prst="rect">
            <a:avLst/>
          </a:prstGeom>
        </p:spPr>
      </p:pic>
      <p:pic>
        <p:nvPicPr>
          <p:cNvPr id="8" name="Image 1" descr="images/screen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664437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 ② 統計グラフ画面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pic>
        <p:nvPicPr>
          <p:cNvPr id="7" name="Image 0" descr="images/screen_stats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3600450"/>
          </a:xfrm>
          <a:prstGeom prst="rect">
            <a:avLst/>
          </a:prstGeom>
        </p:spPr>
      </p:pic>
      <p:pic>
        <p:nvPicPr>
          <p:cNvPr id="8" name="Image 1" descr="images/screen_stats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120640" cy="45245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帳票イメージ(PDF/Excel/CSV)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5943600"/>
                <a:gridCol w="350215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帳票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ファイル名の例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PDF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グラフ画像＋カテゴリ別・月別件数の一覧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案件統計_2026年7月_月別内訳.pdf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グラフ画像＋カテゴリ別・月別件数の一覧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案件統計_2026年7月_月別内訳.xlsx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CSV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ID/案件名/カテゴリ/場所/単価/期間/募集期限/スキル/登録日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案件一覧_2026年7月_月別内訳.csv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114800"/>
            <a:ext cx="109087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PDF/Excelは統計グラフ画面のグラフ+テーブル部分をそのまま画像化して出力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CSVのみ、絞込条件に該当する案件そのもの(生データ)を出力する点が仕様上の特徴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データストア一覧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539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データストア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種別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保持内容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 Postgres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RDB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projects / attachments / admins / sessions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 Storage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オブジェクトストレージ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添付ファイル本体(FILESバケット)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ブラウザ Cookie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セッション情報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セッショントークン(HttpOnly)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ブラウザ localStorage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個人設定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お気に入り／応募済み／閲覧履歴／既読／検索履歴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89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7440" y="3566160"/>
            <a:ext cx="9079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ドメイン／区分／テーブル項目／ER図／ファイル／機能設計／画面遷移／権限／IF定義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ドメイン定義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7982712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ドメイン名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各テーブルの主キー(projects_id等)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日時／日付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登録日時・募集期限など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自由文字列(金額/期間)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メール本文由来の表記ゆれをそのまま保持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真偽値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isClosed等の2値フラグ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区分コード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区分定義で定めた値のみを取る文字列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区分定義 ① カテゴリ／地域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カテゴリ区分(projects.category を正規表現判定)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76169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値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ラベル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判定条件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dev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「開発」を含む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infra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インフラ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「インフラ」を含む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embedded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組み込み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「組み込み」を含む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other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その他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上記いずれにも該当しない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84048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地域区分(都道府県を3地域に分類)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東日本: 北海道〜神奈川県の関東各県 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中日本: 新潟県〜三重県の中部・北陸各県 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西日本: 滋賀県〜沖縄県の近畿・中国・四国・九州各県 等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区分定義 ② 画面制御系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347472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239512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取りうる値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表示モード(viewMode)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all / applied / favorites / history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案件一覧のタブ切替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グラフ種別(activeChart)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pie / bar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円グラフ／棒グラフの切替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書き出し形式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pdf / excel / csv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統計グラフの出力形式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案件状態(isClosed)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true / false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募集停止フラグ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テーブル項目定義(概要)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Supabase実スキーマ未参照のため、アプリケーションコード上の利用箇所から復元(詳細はWord/PDF版を参照)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7434072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テーブル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概要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projects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案件情報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projects_id(PK・メールのメッセージID), id, title, category, location, price, period, end_date, content, skills, cc_address, isClosed, created_at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attachments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添付ファイル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id(PK), attachments_id(FK=メールID), file_name, file_url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candidates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他社からの人材紹介メール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is_human_resource=trueの場合にPower AutomateがPOST(詳細スキーマ未確認)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admins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user_email(PK), password_hash, salt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sessions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セッション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token(PK), user_email(FK)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pic>
        <p:nvPicPr>
          <p:cNvPr id="7" name="Image 0" descr="image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6241" y="1234440"/>
            <a:ext cx="649647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2.5 / 2.6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ファイル定義・機能設計書(概要)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ファイル定義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添付ファイル: Supabase Storage「FILES」バケットに保存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PDF/Excel: 案件統計_{年}年{月}月_月別内訳[_地域].pdf/.xlsx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CSV: UTF-8(BOM付)。カンマ・改行を含む値はダブルクォートでエスケープ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機能設計書(バッチ設計は対象外※)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画面設計: ログイン/初期設定/リセット/一覧/統計グラフの5画面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帳票設計: グラフ画像+集計テーブル(PDF/Excel)、案件明細(CSV)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※本システムにスケジュールバッチが存在しないため対象外(詳細は4章参照)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メッセージ定義(抜粋)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384048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633679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内部コード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表示メッセージ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NOT_ADMIN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管理者ではありません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NO_PASSWORD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初回ログインをしてください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INVALID_PASSWORD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パスワードが一致しません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案件一覧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該当する案件が見つかりませんでした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書き出し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PDF/Excelの書き出しに失敗しました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画面遷移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pic>
        <p:nvPicPr>
          <p:cNvPr id="7" name="Image 0" descr="images/screen_tran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234440"/>
            <a:ext cx="10515600" cy="409831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2.9〜2.11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権限定義・インターフェース定義・各種一覧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権限定義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ロールは「管理者」の1種類のみ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未ログイン時は/loginへ強制リダイレクト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インターフェース定義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Outlook ⇄ Power Automate(共有メールボックス、1分間隔ポーリング)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 → Groq API(qwen/qwen3-32b、JSON抽出)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 → Supabase(projects/candidates/attachments、Storage PUT含む)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 ⇄ Next.js API Routes ⇄ Supabase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 → HeartRails Express(駅名サジェスト)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各種一覧(抜粋)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画面: /login /setup-password /reset-password / /stats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API: /api/login /api/logout /api/me /api/mails 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環境変数: NEXT_PUBLIC_SUPABASE_URL 等 3種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2.12 / 2.13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セキュリティ運用・データ保持ポリシー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セキュリティ運用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CSRF: Cookieに SameSite=Lax。CSRFトークンによる二重防御は未実装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ブルートフォース対策: ログイン試行回数制限は未実装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セッション有効期限: 発行から7日間(強制失効機能なし)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Cookie属性: HttpOnly常時付与、Secureは本番環境のみ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admins運用: 追加/削除はSupabase側で直接操作(管理画面なし)。管理者間の権限差はなし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データ保持・削除ポリシー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「365日経過で非表示」は表示上のフィルタのみで、Supabase上のレコードは自動削除されない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案件・添付ファイルの削除は管理者操作による物理削除のみ。取消手段はなし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 Storageのバックアップ方針は本システム固有には定義されていない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データが自動削除されない点はデータ量増加のリスク。長期運用時はアーカイブ・削除方針の検討を推奨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2.14 / 2.15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監査ログ・用語集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5394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削除・応募状況変更等の操作履歴(いつ/誰が/何を)を記録する仕組みは無い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お気に入り/応募済み/閲覧履歴はブラウザlocalStorageのみに保存され、他端末・他管理者と共有されない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ログイン履歴(過去分)は保持されない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削除は物理削除で復元手段が無く、誤操作時のリスクとなる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Automate側の失敗は能動的な通知が無く、確認できるのは実行履歴(デリバ画面)のみ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用語集(抜粋)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08760"/>
          <a:ext cx="512064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用語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projects.id / projects_id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idは表示・お気に入り等の識別用連番、projects_idは削除・添付紐付け用の一意キー(別値)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attachments_id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projects.projects_idと一致する外部キー(attachments.idとは別)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詳細な用語集はWord/PDF版「2.15 用語集」を参照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89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詳細設計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377440" y="3566160"/>
            <a:ext cx="9079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モジュール構成図(クラス図代替)／シーケンス図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モジュール構成図(クラス図代替)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React関数コンポーネント中心のためUMLクラス図をモジュール構成図として代替表現</a:t>
            </a:r>
            <a:endParaRPr lang="en-US" sz="1100" dirty="0"/>
          </a:p>
        </p:txBody>
      </p:sp>
      <p:pic>
        <p:nvPicPr>
          <p:cNvPr id="8" name="Image 0" descr="images/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1437" y="1463040"/>
            <a:ext cx="540607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シーケンス図 ① ログイン処理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900" dirty="0"/>
          </a:p>
        </p:txBody>
      </p:sp>
      <p:pic>
        <p:nvPicPr>
          <p:cNvPr id="7" name="Image 0" descr="images/seq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4972" y="1234440"/>
            <a:ext cx="717900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シーケンス図 ② 案件一覧取得処理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900" dirty="0"/>
          </a:p>
        </p:txBody>
      </p:sp>
      <p:pic>
        <p:nvPicPr>
          <p:cNvPr id="7" name="Image 0" descr="images/seq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234440"/>
            <a:ext cx="10515600" cy="407283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シーケンス図 ③ 案件削除処理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900" dirty="0"/>
          </a:p>
        </p:txBody>
      </p:sp>
      <p:pic>
        <p:nvPicPr>
          <p:cNvPr id="7" name="Image 0" descr="images/seq_de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75" y="1234440"/>
            <a:ext cx="1030340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シーケンス図 ④ 統計グラフCSV書き出し処理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900" dirty="0"/>
          </a:p>
        </p:txBody>
      </p:sp>
      <p:pic>
        <p:nvPicPr>
          <p:cNvPr id="7" name="Image 0" descr="images/seq_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08" y="1234440"/>
            <a:ext cx="937353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シーケンス図 ⑤ メール取込処理(Power Automate)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900" dirty="0"/>
          </a:p>
        </p:txBody>
      </p:sp>
      <p:pic>
        <p:nvPicPr>
          <p:cNvPr id="7" name="Image 0" descr="images/seq_mail_ing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632" y="1234440"/>
            <a:ext cx="419768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6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20624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記載を省略した項目とその理由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案件配信メール管理システム 仕様書(サマリー版)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61539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理由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バッチ設計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省略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スケジュールバッチが存在しないため(メール取込は都度トリガー型)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クラス図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モジュール構成図で代替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React関数コンポーネント中心でUMLクラスに厳密対応しないため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テスト計画・受け入れ基準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省略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別途テスト計画書で定義する事項として本書の対象外とした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詳細版(表・全項目)はWord/PDF版「仕様書」をご参照ください。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2026-07-09T04:41:29Z</dcterms:created>
  <dcterms:modified xsi:type="dcterms:W3CDTF">2026-07-09T04:41:29Z</dcterms:modified>
</cp:coreProperties>
</file>